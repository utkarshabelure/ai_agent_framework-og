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7" r:id="rId19"/>
    <p:sldId id="268" r:id="rId20"/>
    <p:sldId id="266" r:id="rId21"/>
    <p:sldId id="2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99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9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17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0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8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48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86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8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0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69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429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4674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6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37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5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E5F33-BC86-4959-BA45-8881D8CA42CC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617B26A-F3BD-4C07-93BD-9EB33AD6F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96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i-agent-framework-og.onrender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4BFD-AA77-6946-B52E-BE0448ED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6993" y="349501"/>
            <a:ext cx="6037007" cy="279682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Build-Your-Own</a:t>
            </a:r>
            <a:r>
              <a:rPr lang="en-IN" dirty="0"/>
              <a:t> AI </a:t>
            </a:r>
            <a:r>
              <a:rPr lang="en-IN" dirty="0" err="1"/>
              <a:t>AgentFramework</a:t>
            </a:r>
            <a:r>
              <a:rPr lang="en-IN" dirty="0"/>
              <a:t>:</a:t>
            </a:r>
            <a:br>
              <a:rPr lang="en-IN" dirty="0"/>
            </a:br>
            <a:r>
              <a:rPr lang="en-US" sz="3600" dirty="0"/>
              <a:t>A Web-Based Agentic Workflow System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15713E-3148-9501-46AF-D4371AA10D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2658" y="3170669"/>
            <a:ext cx="82099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Utkarsha Ramesh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Belure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Vijay Patil , Madhura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Shivram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Gawade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Branch: E&amp;TC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 Second Year of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College: PCET’S NMIET, Talegaon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Dabhade,Pune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/ Certification Program: INTEL Unnati Industrial Training 2025 Program</a:t>
            </a:r>
          </a:p>
        </p:txBody>
      </p:sp>
    </p:spTree>
    <p:extLst>
      <p:ext uri="{BB962C8B-B14F-4D97-AF65-F5344CB8AC3E}">
        <p14:creationId xmlns:p14="http://schemas.microsoft.com/office/powerpoint/2010/main" val="283449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1200-C95C-21F1-94F2-3985AD19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938"/>
            <a:ext cx="10515600" cy="98241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BCCF-77F8-5490-3FFF-583FC49D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752" y="1451551"/>
            <a:ext cx="10856495" cy="52576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build an AI Agent Framework that can orchestrate agentic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 from user input to output without using existing agent frameworks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AutoGen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n8n.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framework should: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 task flow execution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Allow modular agents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Provide observability and execution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Be deployable as a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05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A288-4A39-7739-3CAC-93FA9F44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6" y="365126"/>
            <a:ext cx="10516376" cy="81474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564343-C7DB-40BF-CAF4-15CB970D31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1896" y="1104760"/>
            <a:ext cx="1001493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AI systems are moving from single responses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agent-based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agent frameworks are complex and abstract for beginners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understandable AI agent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Learning agent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Workflow orchestration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Web-based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97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D1EB-BB88-8E13-24C6-1ABDC51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67452" cy="93273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10C3A-D18A-8B3A-9FA5-67874AD14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modular pipeline architecture: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User → Web UI → Flask Backend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Planner Agent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Executor Agent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Reviewer Agent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15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F503-F98F-E089-5746-1E1A33B1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874B-5DEB-71C7-C9CC-AD27A966C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368"/>
            <a:ext cx="10515600" cy="489359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through a web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orchestrates agent execution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performs a specific responsibility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E8F0-797C-A911-228C-8C7E70EA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E661-C1EB-D683-37CB-3B96C9A96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990"/>
            <a:ext cx="10515600" cy="503797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Components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the user task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it into step-by-step plan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Executor Agent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the planned steps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detailed and structured answer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 Agent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the execution result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concise summary and validation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is modular and independently extensible.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B4DB-B46F-EC08-40F3-729CDB42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F0F08-7538-AB79-B00B-BA393564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1"/>
            <a:ext cx="10515600" cy="487755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Execution Flow: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1)User enters a task through the UI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2)Planner Agent generates a step-wise plan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3)Executor Agent processes each step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4)Reviewer Agent validates and summarizes output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5) Final response is displayed to the user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workflow pipeline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48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45C4-2329-D7B9-1919-C9B91EE40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57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CD0F-06DE-34A8-57EB-7C7D8D1A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1"/>
            <a:ext cx="10515600" cy="48775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Implemented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Two-page web interface (Landing + Task Page)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agent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task planning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execution responses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summary 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with public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32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3BD7-9C3F-E726-99C9-8BF04E9B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57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IN" dirty="0"/>
              <a:t>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B8BC9-2C5D-8B10-7072-F1CA3269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1"/>
            <a:ext cx="10515600" cy="479734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Platform: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Agent-based Workflow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24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1D3F-47AB-3387-B4A5-9D8F5FE7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IN" dirty="0"/>
              <a:t>LIVE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FA28B-5E88-71E4-5581-A6FF1BA3A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5"/>
            <a:ext cx="10515600" cy="476525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URL:https://ai-agent-framework-og.onrender.com/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task (example: “Explain AI agents”)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Run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responds with structured, step-by-step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72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132F-072A-1BF2-C0FE-B2856F3C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11" y="184073"/>
            <a:ext cx="10621890" cy="84383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354F6E-E0EB-ADC5-184B-0962028E5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723106"/>
            <a:ext cx="10621890" cy="5646021"/>
          </a:xfrm>
        </p:spPr>
      </p:pic>
    </p:spTree>
    <p:extLst>
      <p:ext uri="{BB962C8B-B14F-4D97-AF65-F5344CB8AC3E}">
        <p14:creationId xmlns:p14="http://schemas.microsoft.com/office/powerpoint/2010/main" val="199362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06B9-5F44-5005-2174-74BF94BF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AF99F-8B2F-A721-4651-5174653EE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6" y="577645"/>
            <a:ext cx="10853360" cy="5702710"/>
          </a:xfrm>
        </p:spPr>
      </p:pic>
    </p:spTree>
    <p:extLst>
      <p:ext uri="{BB962C8B-B14F-4D97-AF65-F5344CB8AC3E}">
        <p14:creationId xmlns:p14="http://schemas.microsoft.com/office/powerpoint/2010/main" val="131115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4F40-250B-929A-79A2-49C52FF4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2CA8E-973E-AB2C-CB35-752486E4D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6" y="85214"/>
            <a:ext cx="5430793" cy="25456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DFD05-7EC4-DE28-B494-A08DA9EA7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703" y="1987755"/>
            <a:ext cx="9936826" cy="47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57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4EDA-82A5-71FA-1D96-68BA0BA1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0" y="365125"/>
            <a:ext cx="10262419" cy="411623"/>
          </a:xfrm>
        </p:spPr>
        <p:txBody>
          <a:bodyPr>
            <a:normAutofit fontScale="90000"/>
          </a:bodyPr>
          <a:lstStyle/>
          <a:p>
            <a:r>
              <a:rPr lang="en-IN" dirty="0"/>
              <a:t>Render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93246-BAEA-AA4E-E2CB-E5DBE09E2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88" y="955468"/>
            <a:ext cx="11226860" cy="5739733"/>
          </a:xfrm>
        </p:spPr>
      </p:pic>
    </p:spTree>
    <p:extLst>
      <p:ext uri="{BB962C8B-B14F-4D97-AF65-F5344CB8AC3E}">
        <p14:creationId xmlns:p14="http://schemas.microsoft.com/office/powerpoint/2010/main" val="1465518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1D64-FEDA-59C3-C6AD-48C396C4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2" y="365125"/>
            <a:ext cx="10518058" cy="470617"/>
          </a:xfrm>
        </p:spPr>
        <p:txBody>
          <a:bodyPr>
            <a:normAutofit fontScale="90000"/>
          </a:bodyPr>
          <a:lstStyle/>
          <a:p>
            <a:r>
              <a:rPr lang="en-IN" dirty="0"/>
              <a:t>Working On Laptop:</a:t>
            </a:r>
            <a:r>
              <a:rPr lang="en-IN" sz="1800" dirty="0"/>
              <a:t>      (INDEX PAGE) AND (TASK PAGE)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573FC-3C7B-A6FD-152E-E0A50F871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3" y="1371576"/>
            <a:ext cx="5423565" cy="41148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D2CA8-55D2-0063-F4F5-963B84459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48" y="1477233"/>
            <a:ext cx="6135329" cy="44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22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FAB1-BAA8-C10C-72D6-986637C7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365126"/>
            <a:ext cx="10616381" cy="509946"/>
          </a:xfrm>
        </p:spPr>
        <p:txBody>
          <a:bodyPr>
            <a:normAutofit fontScale="90000"/>
          </a:bodyPr>
          <a:lstStyle/>
          <a:p>
            <a:r>
              <a:rPr lang="en-IN" dirty="0"/>
              <a:t>MOCK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52C59-7E9D-0FE5-CC0E-358D260B6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" y="1085155"/>
            <a:ext cx="10616381" cy="5407719"/>
          </a:xfrm>
        </p:spPr>
      </p:pic>
    </p:spTree>
    <p:extLst>
      <p:ext uri="{BB962C8B-B14F-4D97-AF65-F5344CB8AC3E}">
        <p14:creationId xmlns:p14="http://schemas.microsoft.com/office/powerpoint/2010/main" val="118570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E450-7E4B-E900-CAA1-17BED812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" y="365126"/>
            <a:ext cx="10547555" cy="480448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n-IN" dirty="0"/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MOBILE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4EC77-0952-2469-E24F-0EC92D387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432" y="2160588"/>
            <a:ext cx="1733174" cy="3881437"/>
          </a:xfrm>
        </p:spPr>
      </p:pic>
    </p:spTree>
    <p:extLst>
      <p:ext uri="{BB962C8B-B14F-4D97-AF65-F5344CB8AC3E}">
        <p14:creationId xmlns:p14="http://schemas.microsoft.com/office/powerpoint/2010/main" val="3016984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26F9-7E03-DAB5-EF96-6AC37585A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365125"/>
            <a:ext cx="10680032" cy="549275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A0960-30D9-2923-9FCE-A304E8AC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1102518"/>
            <a:ext cx="10680032" cy="46529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Mode execution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mode is used to simulate agent reasoning without paid APIs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testing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prototyping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demos during evaluation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outputs are generated deterministically for consistency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is used to observe each agent’s steps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303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D8A3-2F7B-30AF-3178-18693448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59189" cy="549274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DESIGN DECISIONS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4F3B-8288-9388-D088-896160011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05" y="1030328"/>
            <a:ext cx="10439853" cy="546254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Kafka, Airflow,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OpenVINO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intentionally not integrated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version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focuses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agentic workflow concepts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Time-bound academic implementation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system overhead for a single-user workflow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second-year engineering level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→ for distributed message passing between agents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Airflow → for complex DAG-based orchestration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OpenVINO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optimized ML inference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collaboration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memory and human-in-the-loop approvals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171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0C68-7530-AB4B-3818-B2A290C6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Crucial Points: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31F0-5BFD-E7D9-77F9-8EDFC2A54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4" y="1283368"/>
            <a:ext cx="8596668" cy="38807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use OpenAI API 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calls are mocked to demonstrate agent orchestration logic without external dependency or billing requirements.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built:A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AI Agent Framework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                                    Planner → Executor → Reviewer  using Flask + HTML + JS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mode architecture.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48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75FF-F702-1D82-27FE-C6746AAA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5E1B3A-B0C6-6234-C3E7-9946D1EB87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95278"/>
            <a:ext cx="970547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implemented an AI Agent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agentic workflow orchestration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simple, beginner-friendly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as a public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Meets all project requirements and 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6563135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683</Words>
  <Application>Microsoft Office PowerPoint</Application>
  <PresentationFormat>Widescreen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Trebuchet MS</vt:lpstr>
      <vt:lpstr>Wingdings 3</vt:lpstr>
      <vt:lpstr>Facet</vt:lpstr>
      <vt:lpstr>Build-Your-Own AI AgentFramework: A Web-Based Agentic Workflow System</vt:lpstr>
      <vt:lpstr>Problem Statement:</vt:lpstr>
      <vt:lpstr>Motivation</vt:lpstr>
      <vt:lpstr>HIGH-LEVEL ARCHITECTURE</vt:lpstr>
      <vt:lpstr>PowerPoint Presentation</vt:lpstr>
      <vt:lpstr>AGENT DESIGN</vt:lpstr>
      <vt:lpstr>WORKFLOW EXECUTION</vt:lpstr>
      <vt:lpstr>CORE FEATURES:</vt:lpstr>
      <vt:lpstr>TECHNOLOGIES USED:</vt:lpstr>
      <vt:lpstr>LIVE DEMO:</vt:lpstr>
      <vt:lpstr>PowerPoint Presentation</vt:lpstr>
      <vt:lpstr>PowerPoint Presentation</vt:lpstr>
      <vt:lpstr>PowerPoint Presentation</vt:lpstr>
      <vt:lpstr>Render Deployment:</vt:lpstr>
      <vt:lpstr>Working On Laptop:      (INDEX PAGE) AND (TASK PAGE)</vt:lpstr>
      <vt:lpstr>MOCK MODE:</vt:lpstr>
      <vt:lpstr>WORKING ON MOBILE:</vt:lpstr>
      <vt:lpstr>Performance &amp; Observability</vt:lpstr>
      <vt:lpstr>FUTURE SCOPE &amp; DESIGN DECISIONS:</vt:lpstr>
      <vt:lpstr>Some Crucial Points: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utkarshabelure61@gmail.com</dc:creator>
  <cp:lastModifiedBy>utkarshabelure61@gmail.com</cp:lastModifiedBy>
  <cp:revision>2</cp:revision>
  <dcterms:created xsi:type="dcterms:W3CDTF">2026-01-03T16:38:07Z</dcterms:created>
  <dcterms:modified xsi:type="dcterms:W3CDTF">2026-01-05T03:34:24Z</dcterms:modified>
</cp:coreProperties>
</file>